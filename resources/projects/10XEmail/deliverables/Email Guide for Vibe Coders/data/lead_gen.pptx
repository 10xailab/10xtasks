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GUIDE FOR VIBE CODERS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vibe-coded app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great.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emails are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E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stuck in 2005.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1888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Chico Charlesworth  ·  linkedin.com/in/chicocharlesworth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81888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guide to fixing the broken emails your AI-built app sends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—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ship in a weekend. The email ruins it.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your app with Claude, Cursor, or Lovable. UI looks clean. Auth works. Database works. Then the welcome email arrives.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347472"/>
            <a:ext cx="1965960" cy="1207008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347472"/>
            <a:ext cx="45720" cy="12070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3168" y="65836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Supabase template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792224"/>
            <a:ext cx="1965960" cy="1207008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92224"/>
            <a:ext cx="45720" cy="12070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font, wrong colours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236976"/>
            <a:ext cx="1965960" cy="1207008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3236976"/>
            <a:ext cx="45720" cy="12070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354787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spacing in Gmail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347472"/>
            <a:ext cx="1965960" cy="1207008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347472"/>
            <a:ext cx="45720" cy="12070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76288" y="65836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Unstyled links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1792224"/>
            <a:ext cx="1965960" cy="1207008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1792224"/>
            <a:ext cx="45720" cy="12070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chaos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3236976"/>
            <a:ext cx="1965960" cy="1207008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3236976"/>
            <a:ext cx="45720" cy="120700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354787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 in spam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560320"/>
            <a:ext cx="4023360" cy="19202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560320"/>
            <a:ext cx="40233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651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HAPPENS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" y="2871216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HTML is different from web HTML — AI doesn't know the constraints unless you tell it. So you get emails that look fine in preview, then break in Gmail and go straight to spam.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Chico Charlesworth  ·  linkedin.com/in/chicocharlesworth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&amp; 03 — WHERE AI HELPS VS BREAKS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at everything. Except emails.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4023360" cy="342900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53312"/>
            <a:ext cx="4023360" cy="4572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264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HANDLES THIS WELL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7922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UI components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1396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backend code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487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SQL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React components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31821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copy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35295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landing pages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38770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bugs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42245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APIs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1353312"/>
            <a:ext cx="4023360" cy="342900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353312"/>
            <a:ext cx="4023360" cy="457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4264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BREAKS IN EMAILS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7922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classes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00600" y="21396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layouts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00600" y="2487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CSS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00600" y="2834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fonts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00600" y="31821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HTML tags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00600" y="35295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styles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00600" y="38770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00600" y="42245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 conflicts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Chico Charlesworth  ·  linkedin.com/in/chicocharlesworth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04 — WHY DEFAULT AUTH EMAILS LOOK BAD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 templates work.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just look terrible.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1572768" cy="16916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6420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template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9689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Supabase dashboard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48256" y="2331720"/>
            <a:ext cx="109728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76272" y="1572768"/>
            <a:ext cx="1572768" cy="16916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712" y="166420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267712" y="2212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in dashboard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67712" y="259689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change text &amp; colours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67328" y="2331720"/>
            <a:ext cx="109728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95344" y="1572768"/>
            <a:ext cx="1572768" cy="16916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86784" y="166420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986784" y="2212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86784" y="259689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preview, no version control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2331720"/>
            <a:ext cx="109728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14416" y="1572768"/>
            <a:ext cx="1572768" cy="16916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05856" y="166420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705856" y="2212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layout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05856" y="259689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renders differently in clients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05472" y="2331720"/>
            <a:ext cx="109728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33488" y="1572768"/>
            <a:ext cx="1572768" cy="1691640"/>
          </a:xfrm>
          <a:prstGeom prst="rect">
            <a:avLst/>
          </a:prstGeom>
          <a:solidFill>
            <a:srgbClr val="1A0A0A"/>
          </a:solidFill>
          <a:ln w="6350">
            <a:solidFill>
              <a:srgbClr val="FF4D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24928" y="166420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4D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424928" y="2212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receives 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24928" y="259689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damage, trust lost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474720"/>
            <a:ext cx="8229600" cy="457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5661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RESULT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4360" y="37673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versioning. No preview. No rollback. No safe deploy. So people stop touching them — and default templates ship forever.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Chico Charlesworth  ·  linkedin.com/in/chicocharlesworth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05 — THE SAFE 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 emails like production code.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4023360" cy="2194560"/>
          </a:xfrm>
          <a:prstGeom prst="rect">
            <a:avLst/>
          </a:prstGeom>
          <a:solidFill>
            <a:srgbClr val="0F1A0F"/>
          </a:solidFill>
          <a:ln w="6350">
            <a:solidFill>
              <a:srgbClr val="2A3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44752"/>
            <a:ext cx="45720" cy="219456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361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STRUCTURE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8470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1945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layout.html     ← one base layout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5420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confirm.html    ← reuse structure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8895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reset.html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32369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invite.html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444752"/>
            <a:ext cx="402336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444752"/>
            <a:ext cx="45720" cy="77724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layout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base template. No duplication.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276856"/>
            <a:ext cx="402336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276856"/>
            <a:ext cx="45720" cy="77724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682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styles only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46320" y="26609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CSS. No Tailwind. Tables only.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402336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108960"/>
            <a:ext cx="45720" cy="77724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CSS or JS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46320" y="34930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predictable, client-safe HTML.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941064"/>
            <a:ext cx="402336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941064"/>
            <a:ext cx="45720" cy="77724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032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templates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46320" y="4325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email type. Easy to audit and test.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Chico Charlesworth  ·  linkedin.com/in/chicocharlesworth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06 — PROMPTING AI FOR EMAILS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constraints.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good output.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4023360" cy="2377440"/>
          </a:xfrm>
          <a:prstGeom prst="rect">
            <a:avLst/>
          </a:prstGeom>
          <a:solidFill>
            <a:srgbClr val="0F1A0F"/>
          </a:solidFill>
          <a:ln w="6350">
            <a:solidFill>
              <a:srgbClr val="2A3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36192"/>
            <a:ext cx="45720" cy="237744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093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GOOD PROMPT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9568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an email-safe HTML template.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34086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tables for layout.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72491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inline styles only.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310896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flexbox. No external CSS.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349300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 work in Gmail and Outlook.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536192"/>
            <a:ext cx="4023360" cy="1005840"/>
          </a:xfrm>
          <a:prstGeom prst="rect">
            <a:avLst/>
          </a:prstGeom>
          <a:solidFill>
            <a:srgbClr val="1A0808"/>
          </a:solidFill>
          <a:ln w="6350">
            <a:solidFill>
              <a:srgbClr val="FF4D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536192"/>
            <a:ext cx="45720" cy="100584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093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BAD PROMPT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1901952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"Make a nice email template"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670048"/>
            <a:ext cx="4023360" cy="1243584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GET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46320" y="2980944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HTML. Looks great in a browser.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everywhere that matters.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78224"/>
            <a:ext cx="8229600" cy="658368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78224"/>
            <a:ext cx="8229600" cy="4572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1513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WORKFLOW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43342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base template once with AI  →  Fix layout  →  Reuse structure  →  Only change content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Chico Charlesworth  ·  linkedin.com/in/chicocharlesworth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07 — ALWAYS PREVIEW BEFORE SENDING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deploy email templates blind.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26464"/>
            <a:ext cx="384048" cy="512064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26464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9264" y="14447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locally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9264" y="17007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directly in your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" y="1956816"/>
            <a:ext cx="36576" cy="1828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84832"/>
            <a:ext cx="384048" cy="512064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8483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9264" y="21031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in browser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9264" y="235915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layout breaks early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" y="2615184"/>
            <a:ext cx="36576" cy="1828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43200"/>
            <a:ext cx="384048" cy="512064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43200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9264" y="27614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test email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9264" y="301752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real inbox, not a preview pane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" y="3273552"/>
            <a:ext cx="36576" cy="1828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01568"/>
            <a:ext cx="384048" cy="512064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01568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9264" y="34198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Gmail + Outlook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9264" y="367588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Both. Every time.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" y="3931920"/>
            <a:ext cx="36576" cy="1828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59936"/>
            <a:ext cx="384048" cy="512064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59936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9264" y="40782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deploy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69264" y="433425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version history and rollback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1389888"/>
            <a:ext cx="3749040" cy="164592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1389888"/>
            <a:ext cx="3749040" cy="457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84064" y="148132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BAD WORKFLOW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84064" y="177393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→ Save → User receives → Panic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84064" y="214884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don't give you preview, version history, or rollback. So most builders skip all three.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3218688"/>
            <a:ext cx="3749040" cy="14630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37760" y="3218688"/>
            <a:ext cx="3749040" cy="4572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33101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NEED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84064" y="356616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84064" y="384048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84064" y="411480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84064" y="438912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deploy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Chico Charlesworth  ·  linkedin.com/in/chicocharlesworth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08 — DELIVERABILITY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Good-looking emails that never arrive.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89120" y="1371600"/>
            <a:ext cx="2212848" cy="73152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0" y="1371600"/>
            <a:ext cx="45720" cy="7315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26280" y="1536192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 record missing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0" y="1371600"/>
            <a:ext cx="2212848" cy="73152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0" y="1371600"/>
            <a:ext cx="45720" cy="7315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536192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DKIM not enabled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286000"/>
            <a:ext cx="2212848" cy="73152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286000"/>
            <a:ext cx="45720" cy="7315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450592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not verified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2286000"/>
            <a:ext cx="2212848" cy="73152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286000"/>
            <a:ext cx="45720" cy="7315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450592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sender address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2212848" cy="73152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3200400"/>
            <a:ext cx="45720" cy="7315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364992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default SMTP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3200400"/>
            <a:ext cx="2212848" cy="73152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3200400"/>
            <a:ext cx="45720" cy="7315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3364992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domain reputation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14813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MINIMUM SAFE SETUP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17922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2194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sender address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25968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 record configured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29992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DKIM enabled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401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verified in Resend/Postmark/SMTP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8039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Gmail + Outlook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187952"/>
            <a:ext cx="8229600" cy="658368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87952"/>
            <a:ext cx="8229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26110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BUILDERS DO THIS LAST. DO IT FIRST.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4360" y="44622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domain → verify → configure SPF + DKIM → test → check spam → only then ship auth emails.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Chico Charlesworth  ·  linkedin.com/in/chicocharlesworth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09 — WHAT I BUILT TO FIX THIS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got tired of the same problems.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I built a fix.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3931920" cy="28346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36192"/>
            <a:ext cx="3931920" cy="457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93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PAIN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auth emails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30428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templates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68833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Redeploying for every small change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307238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working versions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345643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SMTP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384048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manually every time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0" y="1536192"/>
            <a:ext cx="4114800" cy="283464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536192"/>
            <a:ext cx="4114800" cy="4572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6093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FIX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09160" y="1920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templates outside Supabase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09160" y="23408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before sending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09160" y="27614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branding consistent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09160" y="31821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clean HTML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09160" y="36027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overwriting things that work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535424"/>
            <a:ext cx="8229600" cy="329184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59028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 with: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459028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99232" y="459028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69664" y="459028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Postmark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40096" y="459028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10528" y="459028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backends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0" y="459028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AI-built apps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Chico Charlesworth  ·  linkedin.com/in/chicocharlesworth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 — WHAT I'M BUILDING NEXT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problems for AI-built apps.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86868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45720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versioning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18836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lose a working version again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3931920" cy="86868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87168"/>
            <a:ext cx="45720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786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deploy &amp; rollback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2907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with confidence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3931920" cy="86868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11296"/>
            <a:ext cx="45720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0273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server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users will see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463040"/>
            <a:ext cx="3931920" cy="86868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463040"/>
            <a:ext cx="45720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5544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Event-triggered emails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0" y="18836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not manual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487168"/>
            <a:ext cx="3931920" cy="86868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487168"/>
            <a:ext cx="45720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5786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Deliverability diagnostics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0" y="2907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before users complain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511296"/>
            <a:ext cx="3931920" cy="86868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511296"/>
            <a:ext cx="45720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60273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029200" y="39319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that work for every market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8229600" cy="384048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480560"/>
            <a:ext cx="8229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5537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 with "email" or message on LinkedIn for early access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Chico Charlesworth  ·  linkedin.com/in/chicocharlesworth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11 — WANT FEEDBACK ON YOUR EMAILS?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me your app.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I'll tell you what to fix.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shipping an AI-built app and you're not sure whether your emails are working correctly — send me your app, or a screenshot of the email your users receive. I'll give you honest feedback on what to fix.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3310128"/>
            <a:ext cx="5029200" cy="109728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310128"/>
            <a:ext cx="5029200" cy="4572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40156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REACH 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36576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linkedin.com/in/chicocharlesworth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9867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app URL or screenshot — I'll take a look.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1572768"/>
            <a:ext cx="3017520" cy="283464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572768"/>
            <a:ext cx="3017520" cy="54864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69164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EARLY ACCESS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06440" y="2029968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Reply with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806440" y="30175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early access to tools built specifically for vibe-coded apps.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8F542"/>
          </a:solidFill>
          <a:ln w="12700">
            <a:solidFill>
              <a:srgbClr val="E8F5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1888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Chico Charlesworth  ·  linkedin.com/in/chicocharlesworth  ·  Guide for Vibe Coders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vibe-coded app is great. Your emails are stuck in 2005.</dc:title>
  <dc:subject>PptxGenJS Presentation</dc:subject>
  <dc:creator>Chico Charlesworth</dc:creator>
  <cp:lastModifiedBy>Chico Charlesworth</cp:lastModifiedBy>
  <cp:revision>1</cp:revision>
  <dcterms:created xsi:type="dcterms:W3CDTF">2026-03-21T08:14:10Z</dcterms:created>
  <dcterms:modified xsi:type="dcterms:W3CDTF">2026-03-21T08:14:10Z</dcterms:modified>
</cp:coreProperties>
</file>